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 varScale="1">
        <p:scale>
          <a:sx n="117" d="100"/>
          <a:sy n="11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4B6E5-E1C7-D99D-1B93-A39F48739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1D00B1-2593-C65D-0CFB-6D52FCF97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1999CB-8B68-A163-2892-AC345F0A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DD3B8-C02A-27BA-09A6-5B836420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6D7AA3-B3D8-0D84-21D3-818EEBF4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676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8BF49-6FB2-4E11-5990-331A8872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C5814A-78E9-88CA-E55E-74681C7F5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51735C-6E91-A0DC-15C9-52BFB3BE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1E9F1A-36AA-B469-F016-8BADA1AD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F8CE32-AF62-EC1C-43B0-426D6C00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776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DFFB6-26F2-E255-A2A0-DCC553B9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CDAA23-09A6-39F6-38E9-6EBB6F917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A851B2-D00B-CF2D-3333-0B13F4F5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D1E01-6DF1-2C50-F170-8204F875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118B03-F867-727F-E979-D4262B8C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957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C45FA-8A5F-4A7E-1E64-D30F20CE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B055AB-E16A-707B-5B80-17B0CFA09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576F74-DE29-0C09-000C-5ADE780A5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91DA6D-2C5F-67C1-4C70-33897846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421358-DCDD-3C82-23FD-9430934D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EF8569-FFAA-E682-FBF1-6DAFC1F0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213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FFA8C-75DB-1B02-7512-C6A2A0B6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C2FB27-C5F1-CE7E-91E9-982AFBB53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131C37-7C00-42AE-FE13-654B90ED6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8DFE278-EC8D-CF0B-731F-26AAD82DE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C6DEAC-04DA-2ADC-3136-88582677C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A503BD-8C8B-9643-4FB2-151856BE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FA39FF-4EDF-A5F0-6A5B-86302430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95AD95-882E-FE26-153D-E8F236AD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604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763C6-3FA0-BD83-3BA4-9DFF7439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B48235-AF7F-94D8-7199-EF7F1C1B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C3EEE5-2EB4-606F-9BDE-CD819CA8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C9AEF8-337C-0C46-0AB3-DA57ABC4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5172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27AA5F-05EA-C8FD-9896-F4F0D926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F0CA49-3282-C474-4D8E-4A5F85A4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968D13-8D7B-08B2-5BA3-16AB98AB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174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603CB-3706-A12F-462E-7C4AEB72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DB11FC-DA9E-128A-7BC1-3702CA612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687355-24B5-E7EE-CF4C-A23C6A9BC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E27838-E767-B55E-EBE8-9D1C0B2B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3E0553-19D8-6AEF-269A-88E2EC1D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844561-C9D5-A744-4913-D03C9AF0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529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A0514-391F-24AC-8EAD-783B5F2F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685B5E2-26A7-3CD7-D15E-FFA5388B1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AFCE38-6319-400D-5183-D93896100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D7A568-BE6C-6702-58F8-5CD2E057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0174F2-A404-9BA4-0A3F-70A9D6575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95D56A-647F-6141-60F0-74CF7833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59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9179C-15F7-D65E-C063-A32C5DDE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928D0A-CBB3-661D-9F45-98A327B86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DDAE73-9674-CDA3-D7CA-36C232F0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C96B2-39A6-BD90-DAAF-175C29D7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376C70-BD81-B3F5-017D-6C686C93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40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38A636-0495-C78E-9B95-EEEE4B92D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1730F6-48B2-6400-0A04-104035801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AC088-AC5C-4759-8FF1-D97CE023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A454D0-E124-B564-89BA-4945639C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144736-07B7-B4D4-AD2E-89662302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091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7BA401-FE3C-E92B-C9EF-DA1527D1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FBFF49-0B83-3E29-F4CE-18E513B0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7F89E8-AFC4-5E8F-D1BF-7A0ED1309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4F20D-DFAD-EF4F-8455-D0275F865028}" type="datetimeFigureOut">
              <a:rPr lang="es-MX" smtClean="0"/>
              <a:t>06/01/26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55922B-CDF8-6F6C-E25B-509D0EEFD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78A306-763C-2B5C-8F38-91CFFACA7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A185F-790C-FB44-9F41-5FF95100E4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015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CEE1B99-D9B3-EE1D-7FF6-2B065A2CA0E1}"/>
              </a:ext>
            </a:extLst>
          </p:cNvPr>
          <p:cNvSpPr txBox="1"/>
          <p:nvPr/>
        </p:nvSpPr>
        <p:spPr>
          <a:xfrm>
            <a:off x="1774945" y="1536174"/>
            <a:ext cx="8642109" cy="37856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MX" sz="24000" dirty="0">
                <a:ln w="228600">
                  <a:solidFill>
                    <a:schemeClr val="tx1"/>
                  </a:solidFill>
                </a:ln>
                <a:latin typeface="Avenir Book" panose="02000503020000020003" pitchFamily="2" charset="0"/>
              </a:rPr>
              <a:t>Leé.Io</a:t>
            </a:r>
          </a:p>
        </p:txBody>
      </p:sp>
    </p:spTree>
    <p:extLst>
      <p:ext uri="{BB962C8B-B14F-4D97-AF65-F5344CB8AC3E}">
        <p14:creationId xmlns:p14="http://schemas.microsoft.com/office/powerpoint/2010/main" val="177928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CF55-AC51-7A6E-B2F6-8BD5E52D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328491E-04C0-C464-0C49-50532EE067BB}"/>
              </a:ext>
            </a:extLst>
          </p:cNvPr>
          <p:cNvSpPr txBox="1"/>
          <p:nvPr/>
        </p:nvSpPr>
        <p:spPr>
          <a:xfrm>
            <a:off x="2609106" y="2211088"/>
            <a:ext cx="5147563" cy="37856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MX" sz="24000" dirty="0">
                <a:ln w="228600">
                  <a:solidFill>
                    <a:schemeClr val="tx1"/>
                  </a:solidFill>
                </a:ln>
                <a:latin typeface="Avenir Book" panose="02000503020000020003" pitchFamily="2" charset="0"/>
              </a:rPr>
              <a:t>Leé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53E4E1-054D-8767-3F9D-2C6FEBD20164}"/>
              </a:ext>
            </a:extLst>
          </p:cNvPr>
          <p:cNvSpPr txBox="1"/>
          <p:nvPr/>
        </p:nvSpPr>
        <p:spPr>
          <a:xfrm rot="16200000">
            <a:off x="5377543" y="1155174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24000" b="0" i="0" u="none" strike="noStrike" kern="1200" cap="none" spc="0" normalizeH="0" baseline="0" noProof="0" dirty="0">
                <a:ln w="22860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Io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624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1A88E-7342-5FEC-4905-C446208E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46048BE-EBB2-FCE8-3CFD-7F6277EE20A5}"/>
              </a:ext>
            </a:extLst>
          </p:cNvPr>
          <p:cNvSpPr txBox="1"/>
          <p:nvPr/>
        </p:nvSpPr>
        <p:spPr>
          <a:xfrm>
            <a:off x="3522218" y="3072348"/>
            <a:ext cx="5147563" cy="37856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MX" sz="24000" dirty="0">
                <a:ln w="228600">
                  <a:solidFill>
                    <a:schemeClr val="tx1"/>
                  </a:solidFill>
                </a:ln>
                <a:latin typeface="Avenir Book" panose="02000503020000020003" pitchFamily="2" charset="0"/>
              </a:rPr>
              <a:t>Leé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252161-9060-65AD-B3B5-63F4CE94D352}"/>
              </a:ext>
            </a:extLst>
          </p:cNvPr>
          <p:cNvSpPr txBox="1"/>
          <p:nvPr/>
        </p:nvSpPr>
        <p:spPr>
          <a:xfrm rot="16200000">
            <a:off x="3145973" y="-1493230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30000" b="0" i="0" u="none" strike="noStrike" kern="1200" cap="none" spc="0" normalizeH="0" baseline="0" noProof="0" dirty="0">
                <a:ln w="22860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Io</a:t>
            </a:r>
            <a:endParaRPr lang="es-MX" sz="30000" dirty="0"/>
          </a:p>
        </p:txBody>
      </p:sp>
    </p:spTree>
    <p:extLst>
      <p:ext uri="{BB962C8B-B14F-4D97-AF65-F5344CB8AC3E}">
        <p14:creationId xmlns:p14="http://schemas.microsoft.com/office/powerpoint/2010/main" val="178564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006D1-385B-A9D9-1582-49E2639C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D13BED1-AF48-59D7-65D8-9A3D3EEC516D}"/>
              </a:ext>
            </a:extLst>
          </p:cNvPr>
          <p:cNvSpPr txBox="1"/>
          <p:nvPr/>
        </p:nvSpPr>
        <p:spPr>
          <a:xfrm>
            <a:off x="3522218" y="0"/>
            <a:ext cx="5147563" cy="37856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MX" sz="24000" dirty="0">
                <a:ln w="228600">
                  <a:solidFill>
                    <a:schemeClr val="tx1"/>
                  </a:solidFill>
                </a:ln>
                <a:latin typeface="Avenir Book" panose="02000503020000020003" pitchFamily="2" charset="0"/>
              </a:rPr>
              <a:t>Leé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E92D41-07F5-05A3-DC55-4BB81AA81C2E}"/>
              </a:ext>
            </a:extLst>
          </p:cNvPr>
          <p:cNvSpPr txBox="1"/>
          <p:nvPr/>
        </p:nvSpPr>
        <p:spPr>
          <a:xfrm rot="5400000">
            <a:off x="3047998" y="3728047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30000" b="0" i="0" u="none" strike="noStrike" kern="1200" cap="none" spc="0" normalizeH="0" baseline="0" noProof="0" dirty="0">
                <a:ln w="22860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Io</a:t>
            </a:r>
            <a:endParaRPr lang="es-MX" sz="30000" dirty="0"/>
          </a:p>
        </p:txBody>
      </p:sp>
    </p:spTree>
    <p:extLst>
      <p:ext uri="{BB962C8B-B14F-4D97-AF65-F5344CB8AC3E}">
        <p14:creationId xmlns:p14="http://schemas.microsoft.com/office/powerpoint/2010/main" val="38053363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</Words>
  <Application>Microsoft Macintosh PowerPoint</Application>
  <PresentationFormat>Panorámica</PresentationFormat>
  <Paragraphs>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Avenir Book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Ferreira</dc:creator>
  <cp:lastModifiedBy>Mario Ferreira</cp:lastModifiedBy>
  <cp:revision>1</cp:revision>
  <dcterms:created xsi:type="dcterms:W3CDTF">2026-01-06T06:12:00Z</dcterms:created>
  <dcterms:modified xsi:type="dcterms:W3CDTF">2026-01-06T06:18:14Z</dcterms:modified>
</cp:coreProperties>
</file>